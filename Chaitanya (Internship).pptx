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BM Plex Sans Bold" charset="1" panose="020B0803050203000203"/>
      <p:regular r:id="rId14"/>
    </p:embeddedFont>
    <p:embeddedFont>
      <p:font typeface="DM Sans Bold" charset="1" panose="00000000000000000000"/>
      <p:regular r:id="rId15"/>
    </p:embeddedFont>
    <p:embeddedFont>
      <p:font typeface="IBM Plex Sans" charset="1" panose="020B0503050203000203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73000" y="0"/>
            <a:ext cx="5715000" cy="10287000"/>
            <a:chOff x="0" y="0"/>
            <a:chExt cx="7620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2063" y="-843565"/>
            <a:ext cx="4090437" cy="4090437"/>
          </a:xfrm>
          <a:custGeom>
            <a:avLst/>
            <a:gdLst/>
            <a:ahLst/>
            <a:cxnLst/>
            <a:rect r="r" b="b" t="t" l="l"/>
            <a:pathLst>
              <a:path h="4090437" w="4090437">
                <a:moveTo>
                  <a:pt x="0" y="0"/>
                </a:moveTo>
                <a:lnTo>
                  <a:pt x="4090437" y="0"/>
                </a:lnTo>
                <a:lnTo>
                  <a:pt x="4090437" y="4090437"/>
                </a:lnTo>
                <a:lnTo>
                  <a:pt x="0" y="409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20750" y="1107117"/>
            <a:ext cx="3544713" cy="3544713"/>
          </a:xfrm>
          <a:custGeom>
            <a:avLst/>
            <a:gdLst/>
            <a:ahLst/>
            <a:cxnLst/>
            <a:rect r="r" b="b" t="t" l="l"/>
            <a:pathLst>
              <a:path h="3544713" w="3544713">
                <a:moveTo>
                  <a:pt x="0" y="0"/>
                </a:moveTo>
                <a:lnTo>
                  <a:pt x="3544713" y="0"/>
                </a:lnTo>
                <a:lnTo>
                  <a:pt x="3544713" y="3544712"/>
                </a:lnTo>
                <a:lnTo>
                  <a:pt x="0" y="354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3000" y="234315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INTERNSHIP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076575"/>
            <a:ext cx="10096500" cy="221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825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Virtual</a:t>
            </a:r>
          </a:p>
          <a:p>
            <a:pPr algn="l">
              <a:lnSpc>
                <a:spcPts val="8580"/>
              </a:lnSpc>
            </a:pPr>
            <a:r>
              <a:rPr lang="en-US" sz="825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Charity Drive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5381625"/>
            <a:ext cx="6667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Fundraising Intern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6886575"/>
            <a:ext cx="72390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u="sng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Chaitanya Dev Rajput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7439025"/>
            <a:ext cx="10001250" cy="160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25SCS1003002192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BTech CSE (AIML) , 2</a:t>
            </a: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nd</a:t>
            </a: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Semester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Organization: NayePankh Foundation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Duration:  05th May, 26 – 06th Jun, 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20750" y="5645468"/>
            <a:ext cx="3744966" cy="175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393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ACADEMIC</a:t>
            </a:r>
          </a:p>
          <a:p>
            <a:pPr algn="l">
              <a:lnSpc>
                <a:spcPts val="4639"/>
              </a:lnSpc>
            </a:pPr>
            <a:r>
              <a:rPr lang="en-US" sz="393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</a:t>
            </a:r>
          </a:p>
          <a:p>
            <a:pPr algn="l">
              <a:lnSpc>
                <a:spcPts val="4639"/>
              </a:lnSpc>
            </a:pPr>
            <a:r>
              <a:rPr lang="en-US" sz="393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2026-27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227" y="9872008"/>
            <a:ext cx="5248201" cy="2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NA</a:t>
            </a:r>
            <a:r>
              <a:rPr lang="en-US" sz="15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YEPANKH FOUNDATION • INTERNSHIP PRESENTATION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75568" y="9728341"/>
            <a:ext cx="11580403" cy="0"/>
          </a:xfrm>
          <a:prstGeom prst="line">
            <a:avLst/>
          </a:prstGeom>
          <a:ln cap="flat" w="95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892" t="0" r="-5889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001250" y="0"/>
            <a:ext cx="8286750" cy="10287000"/>
            <a:chOff x="0" y="0"/>
            <a:chExt cx="11049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4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>
                <a:alpha val="1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04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8286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ORGANIZATION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1438275"/>
            <a:ext cx="7810500" cy="14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About NayePankh</a:t>
            </a:r>
          </a:p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Foundation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286125"/>
            <a:ext cx="7524750" cy="115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A nonprofit organization focused on charitable initiatives and fundraising support—connecting committed people with causes that need sustained action.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5286375"/>
            <a:ext cx="4762500" cy="1095375"/>
            <a:chOff x="0" y="0"/>
            <a:chExt cx="6350000" cy="1460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1600" cy="1460500"/>
              <a:chOff x="0" y="0"/>
              <a:chExt cx="101600" cy="1460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16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16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34925"/>
              <a:ext cx="6350000" cy="981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PRASHANT SHUKLA</a:t>
              </a:r>
            </a:p>
            <a:p>
              <a:pPr algn="l">
                <a:lnSpc>
                  <a:spcPts val="2925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Founder &amp; President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3000" y="6638925"/>
            <a:ext cx="7239000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Society Reg No.  KAP/04397/2021-2022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UP Govt.  |  80G &amp; 12A Registered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www.nayepankh.com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939" y="9825038"/>
            <a:ext cx="5586561" cy="28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  <a:spcBef>
                <a:spcPct val="0"/>
              </a:spcBef>
            </a:pPr>
            <a:r>
              <a:rPr lang="en-US" sz="16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NA</a:t>
            </a:r>
            <a:r>
              <a:rPr lang="en-US" sz="16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YEPANKH FOUNDATION • INTERNSHIP PRESENTATION </a:t>
            </a:r>
          </a:p>
        </p:txBody>
      </p:sp>
      <p:sp>
        <p:nvSpPr>
          <p:cNvPr name="AutoShape 19" id="19"/>
          <p:cNvSpPr/>
          <p:nvPr/>
        </p:nvSpPr>
        <p:spPr>
          <a:xfrm>
            <a:off x="318939" y="9659136"/>
            <a:ext cx="9451773" cy="0"/>
          </a:xfrm>
          <a:prstGeom prst="line">
            <a:avLst/>
          </a:prstGeom>
          <a:ln cap="flat" w="95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286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INTERNSHIP CERTIFICATE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28750"/>
            <a:ext cx="781050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 &amp;</a:t>
            </a:r>
          </a:p>
          <a:p>
            <a:pPr algn="l">
              <a:lnSpc>
                <a:spcPts val="5940"/>
              </a:lnSpc>
            </a:pPr>
            <a:r>
              <a:rPr lang="en-US" b="true" sz="5400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Certification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5850" y="3028950"/>
            <a:ext cx="7258050" cy="5162550"/>
            <a:chOff x="0" y="0"/>
            <a:chExt cx="9677400" cy="688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77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9677400">
                  <a:moveTo>
                    <a:pt x="688340" y="0"/>
                  </a:moveTo>
                  <a:lnTo>
                    <a:pt x="8989060" y="0"/>
                  </a:lnTo>
                  <a:cubicBezTo>
                    <a:pt x="9171619" y="0"/>
                    <a:pt x="9346701" y="72521"/>
                    <a:pt x="9475790" y="201610"/>
                  </a:cubicBezTo>
                  <a:cubicBezTo>
                    <a:pt x="9604879" y="330699"/>
                    <a:pt x="9677400" y="505781"/>
                    <a:pt x="9677400" y="688340"/>
                  </a:cubicBezTo>
                  <a:lnTo>
                    <a:pt x="9677400" y="6195060"/>
                  </a:lnTo>
                  <a:cubicBezTo>
                    <a:pt x="9677400" y="6377619"/>
                    <a:pt x="9604879" y="6552701"/>
                    <a:pt x="9475790" y="6681790"/>
                  </a:cubicBezTo>
                  <a:cubicBezTo>
                    <a:pt x="9346701" y="6810879"/>
                    <a:pt x="9171619" y="6883400"/>
                    <a:pt x="8989060" y="6883400"/>
                  </a:cubicBezTo>
                  <a:lnTo>
                    <a:pt x="688340" y="6883400"/>
                  </a:lnTo>
                  <a:cubicBezTo>
                    <a:pt x="505781" y="6883400"/>
                    <a:pt x="330699" y="6810879"/>
                    <a:pt x="201610" y="6681790"/>
                  </a:cubicBezTo>
                  <a:cubicBezTo>
                    <a:pt x="72521" y="6552701"/>
                    <a:pt x="0" y="6377619"/>
                    <a:pt x="0" y="6195060"/>
                  </a:cubicBezTo>
                  <a:lnTo>
                    <a:pt x="0" y="688340"/>
                  </a:lnTo>
                  <a:cubicBezTo>
                    <a:pt x="0" y="308180"/>
                    <a:pt x="308180" y="0"/>
                    <a:pt x="688340" y="0"/>
                  </a:cubicBezTo>
                  <a:close/>
                </a:path>
              </a:pathLst>
            </a:custGeom>
            <a:solidFill>
              <a:srgbClr val="D0D8DE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77400" cy="692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952750"/>
            <a:ext cx="7258050" cy="5162550"/>
            <a:chOff x="0" y="0"/>
            <a:chExt cx="9677400" cy="688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77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9677400">
                  <a:moveTo>
                    <a:pt x="688340" y="0"/>
                  </a:moveTo>
                  <a:lnTo>
                    <a:pt x="8989060" y="0"/>
                  </a:lnTo>
                  <a:cubicBezTo>
                    <a:pt x="9171619" y="0"/>
                    <a:pt x="9346701" y="72521"/>
                    <a:pt x="9475790" y="201610"/>
                  </a:cubicBezTo>
                  <a:cubicBezTo>
                    <a:pt x="9604879" y="330699"/>
                    <a:pt x="9677400" y="505781"/>
                    <a:pt x="9677400" y="688340"/>
                  </a:cubicBezTo>
                  <a:lnTo>
                    <a:pt x="9677400" y="6195060"/>
                  </a:lnTo>
                  <a:cubicBezTo>
                    <a:pt x="9677400" y="6377619"/>
                    <a:pt x="9604879" y="6552701"/>
                    <a:pt x="9475790" y="6681790"/>
                  </a:cubicBezTo>
                  <a:cubicBezTo>
                    <a:pt x="9346701" y="6810879"/>
                    <a:pt x="9171619" y="6883400"/>
                    <a:pt x="8989060" y="6883400"/>
                  </a:cubicBezTo>
                  <a:lnTo>
                    <a:pt x="688340" y="6883400"/>
                  </a:lnTo>
                  <a:cubicBezTo>
                    <a:pt x="505781" y="6883400"/>
                    <a:pt x="330699" y="6810879"/>
                    <a:pt x="201610" y="6681790"/>
                  </a:cubicBezTo>
                  <a:cubicBezTo>
                    <a:pt x="72521" y="6552701"/>
                    <a:pt x="0" y="6377619"/>
                    <a:pt x="0" y="6195060"/>
                  </a:cubicBezTo>
                  <a:lnTo>
                    <a:pt x="0" y="688340"/>
                  </a:lnTo>
                  <a:cubicBezTo>
                    <a:pt x="0" y="308180"/>
                    <a:pt x="308180" y="0"/>
                    <a:pt x="688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8D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77400" cy="692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5850" y="3028950"/>
            <a:ext cx="7200900" cy="5086350"/>
          </a:xfrm>
          <a:custGeom>
            <a:avLst/>
            <a:gdLst/>
            <a:ahLst/>
            <a:cxnLst/>
            <a:rect r="r" b="b" t="t" l="l"/>
            <a:pathLst>
              <a:path h="5086350" w="7200900">
                <a:moveTo>
                  <a:pt x="0" y="0"/>
                </a:moveTo>
                <a:lnTo>
                  <a:pt x="7200900" y="0"/>
                </a:lnTo>
                <a:lnTo>
                  <a:pt x="7200900" y="5086350"/>
                </a:lnTo>
                <a:lnTo>
                  <a:pt x="0" y="5086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742" t="-41496" r="-2807" b="-1452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445071" y="2954655"/>
            <a:ext cx="5623771" cy="4186335"/>
            <a:chOff x="0" y="0"/>
            <a:chExt cx="7498361" cy="55817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7498361" cy="37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b="true" sz="1653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Platform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31346"/>
              <a:ext cx="7498361" cy="692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Internshala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61638"/>
              <a:ext cx="7498361" cy="37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b="true" sz="1653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Internship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531084"/>
              <a:ext cx="7498361" cy="692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Virtual Charity Drive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361376"/>
              <a:ext cx="7498361" cy="37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b="true" sz="1653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Organization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730822"/>
              <a:ext cx="7498361" cy="692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NayePankh Foundation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561113"/>
              <a:ext cx="7498361" cy="37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b="true" sz="1653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930560"/>
              <a:ext cx="7498361" cy="692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Chaitanya Dev Rajput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760851"/>
              <a:ext cx="7498361" cy="37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b="true" sz="1653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Selection &amp; Certificate Date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111248"/>
              <a:ext cx="7498361" cy="47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5"/>
                </a:lnSpc>
              </a:pPr>
              <a:r>
                <a:rPr lang="en-US" sz="21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Secured via Internshala portal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8148" y="2952750"/>
            <a:ext cx="47625" cy="4188240"/>
            <a:chOff x="0" y="0"/>
            <a:chExt cx="63500" cy="5584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" cy="5584320"/>
            </a:xfrm>
            <a:custGeom>
              <a:avLst/>
              <a:gdLst/>
              <a:ahLst/>
              <a:cxnLst/>
              <a:rect r="r" b="b" t="t" l="l"/>
              <a:pathLst>
                <a:path h="5584320" w="63500">
                  <a:moveTo>
                    <a:pt x="0" y="0"/>
                  </a:moveTo>
                  <a:lnTo>
                    <a:pt x="63500" y="0"/>
                  </a:lnTo>
                  <a:lnTo>
                    <a:pt x="63500" y="5584320"/>
                  </a:lnTo>
                  <a:lnTo>
                    <a:pt x="0" y="5584320"/>
                  </a:lnTo>
                  <a:close/>
                </a:path>
              </a:pathLst>
            </a:custGeom>
            <a:solidFill>
              <a:srgbClr val="0F9D9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500" cy="5622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60118" y="9842596"/>
            <a:ext cx="488885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YEPANKH FOUNDATION • INTERNSHIP PRESENTATION </a:t>
            </a:r>
          </a:p>
        </p:txBody>
      </p:sp>
      <p:sp>
        <p:nvSpPr>
          <p:cNvPr name="AutoShape 29" id="29"/>
          <p:cNvSpPr/>
          <p:nvPr/>
        </p:nvSpPr>
        <p:spPr>
          <a:xfrm>
            <a:off x="208660" y="9659136"/>
            <a:ext cx="17790283" cy="0"/>
          </a:xfrm>
          <a:prstGeom prst="line">
            <a:avLst/>
          </a:prstGeom>
          <a:ln cap="flat" w="95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857500"/>
            <a:ext cx="7239000" cy="2476500"/>
            <a:chOff x="0" y="0"/>
            <a:chExt cx="9652000" cy="3302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5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238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81000" y="250825"/>
              <a:ext cx="9144000" cy="848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Fundraising Intern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81000" y="1285875"/>
              <a:ext cx="9144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Virtual Charity Drive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3000" y="8286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ROLE &amp; PURPOSE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1438275"/>
            <a:ext cx="857250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8250" y="3124200"/>
            <a:ext cx="7143750" cy="130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15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 online fundraising efforts and strengthen outreach for charitable activities.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6829425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ONE MONTH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7362825"/>
            <a:ext cx="68580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05th May, 26 — 06th Jun, 26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58250" y="6096000"/>
            <a:ext cx="2190750" cy="821055"/>
            <a:chOff x="0" y="0"/>
            <a:chExt cx="2921000" cy="109474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860425"/>
              <a:ext cx="2921000" cy="234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b="true" sz="1050" spc="126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DIGITAL COMMUNICATION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0" y="6096000"/>
            <a:ext cx="2190750" cy="870585"/>
            <a:chOff x="0" y="0"/>
            <a:chExt cx="2921000" cy="116078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176B9C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860425"/>
              <a:ext cx="2921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b="true" sz="1350" spc="162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DONOR ENGAGEMENT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01750" y="6096000"/>
            <a:ext cx="2190750" cy="821055"/>
            <a:chOff x="0" y="0"/>
            <a:chExt cx="2921000" cy="109474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860425"/>
              <a:ext cx="2921000" cy="234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b="true" sz="1050" spc="126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CAMPAIGN COORDINATION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cap="flat" w="19050">
            <a:solidFill>
              <a:srgbClr val="CB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143000" y="9667875"/>
            <a:ext cx="1600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286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FIVE-STAGE PROGRESSION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28750"/>
            <a:ext cx="12382500" cy="72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Virtual Charity Drive Workflow</a:t>
            </a:r>
          </a:p>
        </p:txBody>
      </p:sp>
      <p:sp>
        <p:nvSpPr>
          <p:cNvPr name="AutoShape 7" id="7"/>
          <p:cNvSpPr/>
          <p:nvPr/>
        </p:nvSpPr>
        <p:spPr>
          <a:xfrm>
            <a:off x="2095500" y="4857750"/>
            <a:ext cx="14097000" cy="0"/>
          </a:xfrm>
          <a:prstGeom prst="line">
            <a:avLst/>
          </a:prstGeom>
          <a:ln cap="rnd" w="57150">
            <a:solidFill>
              <a:srgbClr val="CBD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43000" y="4286250"/>
            <a:ext cx="2286000" cy="2521267"/>
            <a:chOff x="0" y="0"/>
            <a:chExt cx="3048000" cy="33616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889000" y="1428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924050"/>
              <a:ext cx="3048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Orientation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638425"/>
              <a:ext cx="3048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Mission, goals &amp; requirements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76750" y="4286250"/>
            <a:ext cx="2286000" cy="2521267"/>
            <a:chOff x="0" y="0"/>
            <a:chExt cx="3048000" cy="336169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889000" y="1428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924050"/>
              <a:ext cx="3048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Planning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638425"/>
              <a:ext cx="3048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Channels, messaging &amp; audiences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0500" y="4286250"/>
            <a:ext cx="2286000" cy="2521267"/>
            <a:chOff x="0" y="0"/>
            <a:chExt cx="3048000" cy="336169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176B9C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889000" y="1428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924050"/>
              <a:ext cx="3048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Outreach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638425"/>
              <a:ext cx="3048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Virtual platforms &amp; networks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44250" y="4286250"/>
            <a:ext cx="2286000" cy="2521267"/>
            <a:chOff x="0" y="0"/>
            <a:chExt cx="3048000" cy="336169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889000" y="1428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924050"/>
              <a:ext cx="3048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Engagement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2638425"/>
              <a:ext cx="3048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Queries, participation &amp; follow-up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78000" y="4286250"/>
            <a:ext cx="2286000" cy="2521267"/>
            <a:chOff x="0" y="0"/>
            <a:chExt cx="3048000" cy="336169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889000" y="1428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924050"/>
              <a:ext cx="3048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Review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2638425"/>
              <a:ext cx="3048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Progress, results &amp; learnings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cap="flat" w="19050">
            <a:solidFill>
              <a:srgbClr val="CB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43000" y="9667875"/>
            <a:ext cx="1600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286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RESPONSIBILITIES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28750"/>
            <a:ext cx="11430000" cy="72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Work performed &amp; supported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352675"/>
            <a:ext cx="9525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Aligned to the documented scope of the Virtual Charity Drive internship.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4875" y="3190875"/>
            <a:ext cx="7239000" cy="1333500"/>
            <a:chOff x="0" y="0"/>
            <a:chExt cx="9652000" cy="1778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65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7500" y="269875"/>
              <a:ext cx="1143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78000" y="336550"/>
              <a:ext cx="7747000" cy="8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Promoting the drive through digital communication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10625" y="3190875"/>
            <a:ext cx="7239000" cy="1333500"/>
            <a:chOff x="0" y="0"/>
            <a:chExt cx="9652000" cy="1778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7500" y="269875"/>
              <a:ext cx="1143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78000" y="336550"/>
              <a:ext cx="7747000" cy="8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Sharing fundraising information with prospective supporters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875" y="5000625"/>
            <a:ext cx="7239000" cy="1333500"/>
            <a:chOff x="0" y="0"/>
            <a:chExt cx="9652000" cy="1778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65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17500" y="269875"/>
              <a:ext cx="1143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778000" y="336550"/>
              <a:ext cx="7747000" cy="8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Supporting donor and participant engagement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10625" y="5000625"/>
            <a:ext cx="7239000" cy="1333500"/>
            <a:chOff x="0" y="0"/>
            <a:chExt cx="9652000" cy="1778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65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17500" y="269875"/>
              <a:ext cx="1143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78000" y="336550"/>
              <a:ext cx="7747000" cy="8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Coordinating follow-ups and maintaining communication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4875" y="6810375"/>
            <a:ext cx="7239000" cy="1333500"/>
            <a:chOff x="0" y="0"/>
            <a:chExt cx="9652000" cy="1778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65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17500" y="269875"/>
              <a:ext cx="1143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778000" y="336550"/>
              <a:ext cx="7747000" cy="8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Representing the Foundation’s mission professionally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cap="flat" w="19050">
            <a:solidFill>
              <a:srgbClr val="CB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43000" y="9667875"/>
            <a:ext cx="1600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8286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38275"/>
            <a:ext cx="13335000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&amp; Professional Development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3048000"/>
            <a:ext cx="7239000" cy="3238500"/>
            <a:chOff x="0" y="0"/>
            <a:chExt cx="9652000" cy="4318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652000" cy="4318000"/>
              <a:chOff x="0" y="0"/>
              <a:chExt cx="9652000" cy="4318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52000" cy="4318000"/>
              </a:xfrm>
              <a:custGeom>
                <a:avLst/>
                <a:gdLst/>
                <a:ahLst/>
                <a:cxnLst/>
                <a:rect r="r" b="b" t="t" l="l"/>
                <a:pathLst>
                  <a:path h="431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9652000" cy="435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08000" y="409575"/>
              <a:ext cx="8255000" cy="50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Experience gained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8000" y="1349375"/>
              <a:ext cx="8255000" cy="1419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Virtual fundraising and nonprofit outreach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Practical exposure to social-impact work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Understanding donor engagement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0" y="3048000"/>
            <a:ext cx="7239000" cy="3238500"/>
            <a:chOff x="0" y="0"/>
            <a:chExt cx="9652000" cy="4318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652000" cy="4318000"/>
              <a:chOff x="0" y="0"/>
              <a:chExt cx="9652000" cy="4318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652000" cy="4318000"/>
              </a:xfrm>
              <a:custGeom>
                <a:avLst/>
                <a:gdLst/>
                <a:ahLst/>
                <a:cxnLst/>
                <a:rect r="r" b="b" t="t" l="l"/>
                <a:pathLst>
                  <a:path h="4318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E8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652000" cy="435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409575"/>
              <a:ext cx="8890000" cy="50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Professional skills developed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8000" y="1349375"/>
              <a:ext cx="8255000" cy="1419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Communication and persuasion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Coordination and follow-up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Time management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3000" y="7191375"/>
            <a:ext cx="16002000" cy="1428750"/>
            <a:chOff x="0" y="0"/>
            <a:chExt cx="21336000" cy="1905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336000" cy="1905000"/>
              <a:chOff x="0" y="0"/>
              <a:chExt cx="21336000" cy="1905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336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238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1336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460375"/>
              <a:ext cx="18542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Effective fundraising combines a clear cause, consistent communication, and trust.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cap="flat" w="19050">
            <a:solidFill>
              <a:srgbClr val="CB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143000" y="9667875"/>
            <a:ext cx="1600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15318" y="232639"/>
            <a:ext cx="4919141" cy="10287000"/>
            <a:chOff x="0" y="0"/>
            <a:chExt cx="6558854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88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558855">
                  <a:moveTo>
                    <a:pt x="0" y="0"/>
                  </a:moveTo>
                  <a:lnTo>
                    <a:pt x="6558855" y="0"/>
                  </a:lnTo>
                  <a:lnTo>
                    <a:pt x="655885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58854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13147028" y="4382443"/>
            <a:ext cx="0" cy="1890098"/>
          </a:xfrm>
          <a:prstGeom prst="line">
            <a:avLst/>
          </a:prstGeom>
          <a:ln cap="flat" w="9525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914254" y="9728341"/>
            <a:ext cx="12185149" cy="0"/>
          </a:xfrm>
          <a:prstGeom prst="line">
            <a:avLst/>
          </a:prstGeom>
          <a:ln cap="flat" w="95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905000" y="2660637"/>
            <a:ext cx="7000871" cy="5431005"/>
          </a:xfrm>
          <a:custGeom>
            <a:avLst/>
            <a:gdLst/>
            <a:ahLst/>
            <a:cxnLst/>
            <a:rect r="r" b="b" t="t" l="l"/>
            <a:pathLst>
              <a:path h="5431005" w="7000871">
                <a:moveTo>
                  <a:pt x="0" y="0"/>
                </a:moveTo>
                <a:lnTo>
                  <a:pt x="7000871" y="0"/>
                </a:lnTo>
                <a:lnTo>
                  <a:pt x="7000871" y="5431004"/>
                </a:lnTo>
                <a:lnTo>
                  <a:pt x="0" y="5431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326" t="-28033" r="-15164" b="-64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05000" y="771525"/>
            <a:ext cx="6191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CERTIFICATE VERIFICATION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5000" y="1163764"/>
            <a:ext cx="952500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validated.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06414" y="4271149"/>
            <a:ext cx="3736949" cy="100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8"/>
              </a:lnSpc>
              <a:spcBef>
                <a:spcPct val="0"/>
              </a:spcBef>
            </a:pPr>
            <a:r>
              <a:rPr lang="en-US" b="true" sz="5956">
                <a:solidFill>
                  <a:srgbClr val="F7FAFC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06414" y="5241756"/>
            <a:ext cx="2707035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FDFDFD"/>
                </a:solidFill>
                <a:latin typeface="DM Sans"/>
                <a:ea typeface="DM Sans"/>
                <a:cs typeface="DM Sans"/>
                <a:sym typeface="DM Sans"/>
              </a:rPr>
              <a:t>For your 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254" y="9894867"/>
            <a:ext cx="4399955" cy="2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YEPANKH FOUNDATION • INTERNSHIP PRESENTATION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DAHSVcz7f6o</dc:identifier>
  <dcterms:modified xsi:type="dcterms:W3CDTF">2011-08-01T06:04:30Z</dcterms:modified>
  <cp:revision>1</cp:revision>
  <dc:title>Internship Presentation (PPT)</dc:title>
</cp:coreProperties>
</file>